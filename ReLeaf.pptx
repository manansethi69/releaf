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459dcedd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459dcedd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459dcedd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459dcedd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459dcedd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459dcedd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459dcedd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459dcedd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327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31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850" y="0"/>
            <a:ext cx="9261851" cy="5222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 rotWithShape="1">
          <a:blip r:embed="rId3">
            <a:alphaModFix/>
          </a:blip>
          <a:srcRect b="9780" l="0" r="0" t="0"/>
          <a:stretch/>
        </p:blipFill>
        <p:spPr>
          <a:xfrm>
            <a:off x="-118300" y="0"/>
            <a:ext cx="92622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9750" y="0"/>
            <a:ext cx="9263750" cy="518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